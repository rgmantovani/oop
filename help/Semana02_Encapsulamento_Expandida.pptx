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Encapsulamento e Validação de Dados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princípio do encapsulamento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atributos privados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getters e setters com validação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@property em Python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modificadores de acesso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Encapsular?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Proteção: impede modificações inválidas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Validação: garante dados sempre consistentes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Manutenção: mudanças internas não quebram código externo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Abstração: esconde complexidade, expõe interface simples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HP não pode ser negativo ou exceder máximo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Problema: Sem Encapsulamento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self.nome = nome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self.hp =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self.hp_maximo = 100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Jogador("Arthur")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j.hp = 200      # ❌ Excedeu máximo!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j.hp = -50      # ❌ Negativo inválido!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j.hp_maximo =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j.hp = 50       # ❌ Agora HP &gt; máximo!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C++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2926080"/>
          </a:xfrm>
          <a:prstGeom prst="rect">
            <a:avLst/>
          </a:prstGeom>
          <a:solidFill>
            <a:srgbClr val="FFF4E6"/>
          </a:solidFill>
          <a:ln w="12700">
            <a:solidFill>
              <a:srgbClr val="0059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  // ❌ Tudo público = problema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hp_maximo;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Jogador(string 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nome = 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hp = 100;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hp_maximo = 100;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 j("Arthur");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j.hp = 200;        // ❌ Sem validação!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j.hp = -50;        // ❌ Aceita negativo!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SEM encapsulamento: dados podem ficar inconsistentes!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Solução: Atributos Privados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self._nome = nome        # _ = privado (convenção)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self._hp =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self._hp_maximo =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Getter (ler valor)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hp(self):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Setter (modificar com validação)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@hp.setter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hp(self, valor):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valor &lt; 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self._hp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valor &gt; self._hp_maximo: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self._hp = self._hp_maximo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self._hp = valor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C++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2926080"/>
          </a:xfrm>
          <a:prstGeom prst="rect">
            <a:avLst/>
          </a:prstGeom>
          <a:solidFill>
            <a:srgbClr val="FFF4E6"/>
          </a:solidFill>
          <a:ln w="12700">
            <a:solidFill>
              <a:srgbClr val="0059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  // ✅ Dados protegidos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hp_maximo;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Jogador(string 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nome = n; hp = 100; hp_maximo = 100;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getHp() { return hp;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Setter com validação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setHp(int valor)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(valor &lt;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hp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(valor &gt; hp_maximo)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hp = hp_maximo;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hp = valor;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 encapsulamento: validação garante dados corretos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Usando Atributos Encapsulados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Jogador("Arthur")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Usando property (parece atributo direto)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j.hp = 200      # Setter valida → hp = 100 (máximo)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print(j.hp)     # 100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j.hp = -50      # Setter valida → hp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print(j.hp)     # 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j.hp = 75       # Valor válido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print(j.hp)     # 75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Não pode acessar _hp diretamente (convenção)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j._hp = 999   # Tecnicamente possível mas má prática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C++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2926080"/>
          </a:xfrm>
          <a:prstGeom prst="rect">
            <a:avLst/>
          </a:prstGeom>
          <a:solidFill>
            <a:srgbClr val="FFF4E6"/>
          </a:solidFill>
          <a:ln w="12700">
            <a:solidFill>
              <a:srgbClr val="0059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 j("Arthur");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Usando getters/setters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j.setHp(200);       // Valida → hp =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j.getHp();  // 100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j.setHp(-50);       // Valida → hp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j.getHp();  // 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j.setHp(75);        // Valor válido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j.getHp();  // 75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j.hp = 999;      // ❌ ERRO de compilação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// hp é private!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Validação automática protege integridade dos dados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Completo: Múltiplas Validações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nome, nivel=1):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self._nome = nome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self._nivel = nivel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self._hp_maximo =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self._hp =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nivel(self):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self._nivel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@nivel.setter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nivel(self, valor):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valor &lt; 1: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ValueError("Nível mínimo é 1")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valor &gt; 100: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ValueError("Nível máximo é 100")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self._nivel = valor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receber_dano(self, dano):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dano &lt; 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ValueError("Dano não pode ser negativo")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self.hp -= dano  # Usa setter automaticamente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C++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2926080"/>
          </a:xfrm>
          <a:prstGeom prst="rect">
            <a:avLst/>
          </a:prstGeom>
          <a:solidFill>
            <a:srgbClr val="FFF4E6"/>
          </a:solidFill>
          <a:ln w="12700">
            <a:solidFill>
              <a:srgbClr val="0059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nivel, hp, hp_maximo;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Jogador(string n, int nv = 1)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nome = n; setNivel(nv);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hp_maximo = 100; hp = 100;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getNivel() { return nivel;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setNivel(int valor)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(valor &lt; 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invalid_argument("Nível mínimo é 1");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(valor &gt; 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invalid_argument("Nível máximo é 100");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nivel = valor;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receberDano(int dano)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(dano &lt;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invalid_argument("Dano não pode ser negativo");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setHp(hp - dano);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Validações múltiplas mantêm objeto sempre em estado válido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Encapsulamento: Python vs C++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🐍 Python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⚙️ C++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Convenção: _ para privado (não forçado)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Palavra-chave: private (forçado pelo compilador)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 para getters elegantes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getNome() e setNome() explícitos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obj.hp = 50 chama setter automaticamente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obj.setHp(50) chamada explícita necessária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por convenção e cultura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forçado pela linguagem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ValueError para validações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invalid_argument ou exceptions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 de Encapsulamento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validar em setters, nunca assumir dados corretos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Tornar atributos privados por padrão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 apenas o necessário via getters/setters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Getters não devem modificar estado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 de erro claras e descritivas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regras de validação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Encapsulamento protege dados internos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privados + getters/setters = validação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@property, C++: métodos get/set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Validações garantem estado sempre consistente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Jogador agora é robusto e à prova de erros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2 - Encapsulamento</dc:title>
  <dc:subject>PptxGenJS Presentation</dc:subject>
  <dc:creator>Professor</dc:creator>
  <cp:lastModifiedBy>Professor</cp:lastModifiedBy>
  <cp:revision>1</cp:revision>
  <dcterms:created xsi:type="dcterms:W3CDTF">2026-02-11T19:18:55Z</dcterms:created>
  <dcterms:modified xsi:type="dcterms:W3CDTF">2026-02-11T19:18:55Z</dcterms:modified>
</cp:coreProperties>
</file>