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Semana 6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Composição - Sistema de Raças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Programação Orientada a Objetos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da Semana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composição vs herança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sistema de raças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bônus raciais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Combinar raça + classe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Composição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Jogador 'tem uma' raça (não 'é uma')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Composição mais flexível que herança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 hierarquias complexas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Bônus se somam aos atributos base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RPG - Esta Semana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de raça: Humano, Elfo, Orc, Anão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raça dá bônus diferentes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Jogador tem atributo raca (composição)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Atributos finais = base + bônus racial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Resumo da Aula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164592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Composição: relacionamento 'tem um'</a:t>
            </a:r>
            <a:endParaRPr lang="en-US" sz="2000" dirty="0"/>
          </a:p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Raças adicionam bônus ao jogador</a:t>
            </a:r>
            <a:endParaRPr lang="en-US" sz="2000" dirty="0"/>
          </a:p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combinações flexíveis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6 - Composição - Sistema de Raças</dc:title>
  <dc:subject>PptxGenJS Presentation</dc:subject>
  <dc:creator>Professor</dc:creator>
  <cp:lastModifiedBy>Professor</cp:lastModifiedBy>
  <cp:revision>1</cp:revision>
  <dcterms:created xsi:type="dcterms:W3CDTF">2026-02-11T19:07:24Z</dcterms:created>
  <dcterms:modified xsi:type="dcterms:W3CDTF">2026-02-11T19:07:24Z</dcterms:modified>
</cp:coreProperties>
</file>