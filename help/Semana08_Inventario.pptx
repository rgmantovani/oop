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8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Inventário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classe Inventario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Gerenciar coleções de itens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restrições (peso, capacidade)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ao Jogador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Gerenciamento de Coleções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itens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 máxima (slots)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máximo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Métodos: adicionar, remover, buscar, listar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Esta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Inventario completa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Validações de peso e capacidade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Jogador tem inventário (composição)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adição/remoção de itens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Inventário gerencia itens do jogador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 de peso e capacidade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para manipulação de itens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8 - Sistema de Inventário</dc:title>
  <dc:subject>PptxGenJS Presentation</dc:subject>
  <dc:creator>Professor</dc:creator>
  <cp:lastModifiedBy>Professor</cp:lastModifiedBy>
  <cp:revision>1</cp:revision>
  <dcterms:created xsi:type="dcterms:W3CDTF">2026-02-11T19:07:24Z</dcterms:created>
  <dcterms:modified xsi:type="dcterms:W3CDTF">2026-02-11T19:07:24Z</dcterms:modified>
</cp:coreProperties>
</file>