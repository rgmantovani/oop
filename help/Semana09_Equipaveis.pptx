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Semana 9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- Itens Equipáveis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Programação Orientada a Objetos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Objetivos da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Criar interface Equipavel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Implementar sistema de slots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bônus ao equipar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Remover bônus ao desequipar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e Contratos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define contrato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Equipavel: equipar(), desequipar()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 e Armadura implementam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Garantia de comportamento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Projeto RPG - Esta Semana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1828800" cy="45720"/>
          </a:xfrm>
          <a:prstGeom prst="rect">
            <a:avLst/>
          </a:prstGeom>
          <a:solidFill>
            <a:srgbClr val="99001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7724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Equipavel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Slots: arma_equipada, armadura_equipada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Bônus aplicados automaticamente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Atributos finais incluem equipamentos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Resumo da Aula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71600" y="1645920"/>
            <a:ext cx="6400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Interfaces definem contratos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Equipamentos afetam atributos</a:t>
            </a:r>
            <a:endParaRPr lang="en-US" sz="2000" dirty="0"/>
          </a:p>
          <a:p>
            <a:pPr marL="342900" indent="-342900">
              <a:buSzPct val="100000"/>
              <a:buChar char="✓"/>
            </a:pPr>
            <a:r>
              <a:rPr lang="en-US" sz="2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slots implementado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9 - Interfaces - Itens Equipáveis</dc:title>
  <dc:subject>PptxGenJS Presentation</dc:subject>
  <dc:creator>Professor</dc:creator>
  <cp:lastModifiedBy>Professor</cp:lastModifiedBy>
  <cp:revision>1</cp:revision>
  <dcterms:created xsi:type="dcterms:W3CDTF">2026-02-11T19:07:24Z</dcterms:created>
  <dcterms:modified xsi:type="dcterms:W3CDTF">2026-02-11T19:07:24Z</dcterms:modified>
</cp:coreProperties>
</file>