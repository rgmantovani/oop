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Semana 14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Gráfica - Qt (C++)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Programação Orientada a Objetos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 Qt framework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interface em C++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e Slots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com Tkinter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profissional multiplataforma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Widgets avançados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signals/slots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 Designer para design visual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RPG - Esta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equivalente em Qt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e slots conectados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visuais (ícones)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C++ completa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Resumo da Aula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 para GUI profissional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Signals/slots para eventos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Python vs C++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14 - Interface Gráfica - Qt (C++)</dc:title>
  <dc:subject>PptxGenJS Presentation</dc:subject>
  <dc:creator>Professor</dc:creator>
  <cp:lastModifiedBy>Professor</cp:lastModifiedBy>
  <cp:revision>1</cp:revision>
  <dcterms:created xsi:type="dcterms:W3CDTF">2026-02-11T19:07:24Z</dcterms:created>
  <dcterms:modified xsi:type="dcterms:W3CDTF">2026-02-11T19:07:24Z</dcterms:modified>
</cp:coreProperties>
</file>