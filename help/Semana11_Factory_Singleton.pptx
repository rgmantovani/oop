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11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- Factory e Singleton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padrões de criação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Factory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Singleton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ao projeto RPG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Soluções reutilizáveis para problemas comuns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Factory: centraliza criação de objetos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Singleton: garante instância única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Melhoram design e manutenção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ItemFactory para criar itens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GerenciadorDeJogo (Singleton)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centralizada e controlada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global gerenciado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melhoram design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centraliza criação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 para estado global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11 - Padrões - Factory e Singleton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