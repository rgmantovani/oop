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12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Padrões - Observer e Strategy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Programação Orientada a Objetos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Observer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Strategy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eventos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com estratégias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Padrões Comportamentais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Observer: sistema de eventos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 algoritmos intercambiáveis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Desacoplamento de código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Flexibilidade em tempo de execução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RPG - Esta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eventos (Observer)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Estratégias de combate IA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 automáticas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Comportamento dinâmico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Resumo da Aula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para eventos do jogo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para IA flexível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desacoplado e flexível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12 - Padrões - Observer e Strategy</dc:title>
  <dc:subject>PptxGenJS Presentation</dc:subject>
  <dc:creator>Professor</dc:creator>
  <cp:lastModifiedBy>Professor</cp:lastModifiedBy>
  <cp:revision>1</cp:revision>
  <dcterms:created xsi:type="dcterms:W3CDTF">2026-02-11T19:07:24Z</dcterms:created>
  <dcterms:modified xsi:type="dcterms:W3CDTF">2026-02-11T19:07:24Z</dcterms:modified>
</cp:coreProperties>
</file>