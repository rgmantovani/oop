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Semana 1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 à POO e Primeira Classe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Programação Orientada a Objetos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Compreender o que é Programação Orientada a Objetos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conceitos de classes e objetos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a primeira classe: Jogador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sintaxe Python vs C++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Instanciar objetos e chamar métodos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 Fundamentais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Classe: modelo/blueprint para criar objetos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Objeto: instância concreta de uma classe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Atributos: dados/propriedades do objeto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Métodos: funções/comportamentos do objeto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(Python) / this (C++): referência ao próprio objeto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1: Classe Mais Simples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4114800" cy="32004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🐍 Python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2926080"/>
          </a:xfrm>
          <a:prstGeom prst="rect">
            <a:avLst/>
          </a:prstGeom>
          <a:solidFill>
            <a:srgbClr val="E8F4F8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Jogador: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  # Classe vazia válida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Criar objeto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Jogador()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print(type(j))  # &lt;class '__main__.Jogador'&gt;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solidFill>
            <a:srgbClr val="00599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C++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2926080"/>
          </a:xfrm>
          <a:prstGeom prst="rect">
            <a:avLst/>
          </a:prstGeom>
          <a:solidFill>
            <a:srgbClr val="FFF4E6"/>
          </a:solidFill>
          <a:ln w="12700">
            <a:solidFill>
              <a:srgbClr val="0059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Jogador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Classe vazia válida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Criar objeto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Jogador j;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Jogador* j = new Jogador();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Python: 'pass' para classe vazia | C++: corpo vazio {} também válido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2: Adicionando Atributos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4114800" cy="32004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🐍 Python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2926080"/>
          </a:xfrm>
          <a:prstGeom prst="rect">
            <a:avLst/>
          </a:prstGeom>
          <a:solidFill>
            <a:srgbClr val="E8F4F8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Jogador: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nome):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self.nome = nome    # Atributo público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self.nivel = 1      # Valor padrão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self.hp = 100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Jogador("Arthur")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print(j.nome)     # Arthur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print(j.nivel)    #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solidFill>
            <a:srgbClr val="00599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C++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2926080"/>
          </a:xfrm>
          <a:prstGeom prst="rect">
            <a:avLst/>
          </a:prstGeom>
          <a:solidFill>
            <a:srgbClr val="FFF4E6"/>
          </a:solidFill>
          <a:ln w="12700">
            <a:solidFill>
              <a:srgbClr val="0059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Jogador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nome;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nivel;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hp;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Jogador(string 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nome = 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nivel 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hp = 100;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Jogador j("Arthur");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j.nome;   // Arthur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Python: __init__ é o construtor | C++: construtor tem nome da classe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3: Adicionando Métodos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4114800" cy="32004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🐍 Python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2926080"/>
          </a:xfrm>
          <a:prstGeom prst="rect">
            <a:avLst/>
          </a:prstGeom>
          <a:solidFill>
            <a:srgbClr val="E8F4F8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Jogador: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nome, hp=100):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self.nome = nome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self.hp = 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esta_vivo(self):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self.hp &gt;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exibir_status(self):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status = "VIVO" if self.esta_vivo() else "MORTO"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print(f"{self.nome}: {self.hp} HP - {status}")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solidFill>
            <a:srgbClr val="00599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C++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2926080"/>
          </a:xfrm>
          <a:prstGeom prst="rect">
            <a:avLst/>
          </a:prstGeom>
          <a:solidFill>
            <a:srgbClr val="FFF4E6"/>
          </a:solidFill>
          <a:ln w="12700">
            <a:solidFill>
              <a:srgbClr val="0059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Jogador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nome;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hp;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Jogador(string n, int h = 100)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nome = n; hp = h;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estaVivo()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hp &gt;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exibirStatus()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status = estaVivo() ? "VIVO" : "MORTO";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nome &lt;&lt; ": " &lt;&lt; hp &lt;&lt; " - " &lt;&lt; status;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Python: self explícito em cada método | C++: this implícito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4: Criando e Usando Objetos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4114800" cy="32004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🐍 Python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2926080"/>
          </a:xfrm>
          <a:prstGeom prst="rect">
            <a:avLst/>
          </a:prstGeom>
          <a:solidFill>
            <a:srgbClr val="E8F4F8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Criar objetos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j1 = Jogador("Arthur", 150)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j2 = Jogador("Lancelot")  # usa hp padrão=100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Chamar métodos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j1.exibir_status()  # Arthur: 150 HP - VIVO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j2.exibir_status()  # Lancelot: 100 HP - VIVO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Acessar atributos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print(j1.nome)      # Arthur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j1.hp = 0           # Modificar diretamente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j1.exibir_status()  # Arthur: 0 HP - MORTO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solidFill>
            <a:srgbClr val="00599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822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C++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2926080"/>
          </a:xfrm>
          <a:prstGeom prst="rect">
            <a:avLst/>
          </a:prstGeom>
          <a:solidFill>
            <a:srgbClr val="FFF4E6"/>
          </a:solidFill>
          <a:ln w="12700">
            <a:solidFill>
              <a:srgbClr val="0059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Criar objetos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Jogador j1("Arthur", 150);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Jogador j2("Lancelot");  // usa hp padrão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Chamar métodos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j1.exibirStatus();  // Arthur: 150 - VIVO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j2.exibirStatus();  // Lancelot: 100 - VIVO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Acessar (se public)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j1.hp = 0;  // ERRO se hp é private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Precisa de método setter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Python: acesso direto a atributos | C++: controle via private/public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vs C++ - Diferenças Principais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🐍 Python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solidFill>
            <a:srgbClr val="00599C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960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⚙️ C++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 dinâmica: não declara tipos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 estática: deve declarar tipos (int, string, etc)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Indentação define blocos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{} definem blocos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explícito como primeiro parâmetro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implícito, raramente usado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como construtor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com nome da classe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é público por padrão (convenção _privado)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566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explícito: private, protected, public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com valores padrão: def __init__(self, hp=100)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4114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padrão: Jogador(string n, int h = 100)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RPG - O que vamos construir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jogo RPG ao longo do semestre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semana: Fundação com classe Jogador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Atributos: nome, nível, HP, HP máximo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Métodos: exibir_status(), esta_vivo(), receber_dano(), curar()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Próximas semanas: classes especializadas, itens, inventário, GUI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Resumo da Aula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são blueprints, objetos são instâncias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armazenam dados, métodos definem comportamentos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usa self, C++ usa this (implícito)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Criamos classe Jogador em ambas linguagens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Entendemos diferenças sintáticas fundamentais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🎯 Exercícios Práticos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Consulte o documento de Exercícios Complementares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Nível FÁCIL é obrigatório para todos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1 - Introdução à POO</dc:title>
  <dc:subject>PptxGenJS Presentation</dc:subject>
  <dc:creator>Professor</dc:creator>
  <cp:lastModifiedBy>Professor</cp:lastModifiedBy>
  <cp:revision>1</cp:revision>
  <dcterms:created xsi:type="dcterms:W3CDTF">2026-02-11T19:18:55Z</dcterms:created>
  <dcterms:modified xsi:type="dcterms:W3CDTF">2026-02-11T19:18:55Z</dcterms:modified>
</cp:coreProperties>
</file>