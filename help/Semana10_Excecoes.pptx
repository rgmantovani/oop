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10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de Exceções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exceções customizadas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Tratar erros adequadamente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operações críticas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Melhorar robustez do código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Exceções do RPG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InventarioCheioException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ItemNaoEncontradoException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ManaInsuficienteException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de exceções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try-except específico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Esta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Exceções customizadas para o RPG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Validações em métodos críticos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 de erro descritivas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mais robusto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Exceções melhoram robustez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específicos do domínio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adequado em cada caso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10 - Tratamento de Exceções</dc:title>
  <dc:subject>PptxGenJS Presentation</dc:subject>
  <dc:creator>Professor</dc:creator>
  <cp:lastModifiedBy>Professor</cp:lastModifiedBy>
  <cp:revision>1</cp:revision>
  <dcterms:created xsi:type="dcterms:W3CDTF">2026-02-11T19:07:24Z</dcterms:created>
  <dcterms:modified xsi:type="dcterms:W3CDTF">2026-02-11T19:07:24Z</dcterms:modified>
</cp:coreProperties>
</file>