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Semana 13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Gráfica - Tkinter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Programação Orientada a Objetos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Tkinter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interface do RPG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GUI com lógica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handling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 de GUI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Widgets: Label, Button, Listbox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managers: pack, grid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Callbacks e eventos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Atualização de interface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RPG - Esta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Janela principal do RPG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de status do jogador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de inventário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Botões de ação (Atacar, Usar Item)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Resumo da Aula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 para GUI em Python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funcional do RPG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GUI + lógica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13 - Interface Gráfica - Tkinter</dc:title>
  <dc:subject>PptxGenJS Presentation</dc:subject>
  <dc:creator>Professor</dc:creator>
  <cp:lastModifiedBy>Professor</cp:lastModifiedBy>
  <cp:revision>1</cp:revision>
  <dcterms:created xsi:type="dcterms:W3CDTF">2026-02-11T19:07:24Z</dcterms:created>
  <dcterms:modified xsi:type="dcterms:W3CDTF">2026-02-11T19:07:24Z</dcterms:modified>
</cp:coreProperties>
</file>