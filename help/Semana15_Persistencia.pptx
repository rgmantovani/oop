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e Serialização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save/load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Serialização JSON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Versionamento de saves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arquivos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Salvamento de Dados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Serialização: objeto → JSON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Desserialização: JSON → objeto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to_dict() e from_dict()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de integridade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completo save/load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jogador + inventário + equipamentos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Carregar estado completo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 save/load na GUI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com JSON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completo salvo/carregado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sobrevivem entre sessões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15 - Persistência e Serialização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