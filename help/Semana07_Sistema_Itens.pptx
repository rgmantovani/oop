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7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Itens - Hierarquia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sistema de itens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hierarquia: Arma, Armadura, Consumível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atributos específicos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 para inventário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de Itens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base: nome, peso, valor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Arma: + dano, durabilidade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Armadura: + defesa, tipo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Consumível: + efeito, quantidade, usar()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Item e subclasses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itens específicos (Espada, Escudo, Poção)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específicos por tipo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para sistema de inventário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de itens modelada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tipo tem características únicas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para gerenciamento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7 - Sistema de Itens - Hierarquia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