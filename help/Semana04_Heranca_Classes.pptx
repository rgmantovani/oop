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4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Herança - Classes de Personagem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Programação Orientada a Objetos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Compreender o conceito de herança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classes especializadas: Guerreiro, Mago, Ladrão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super() para chamar classe base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hierarquia de classes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 de Herança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Herança permite reutilizar código da classe base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derivada 'é um' tipo da classe base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Subclasses especializam comportamento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 class Filho(Pai)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C++: class Filho : public Pai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do Projeto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Guerreiro: força e armadura altos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Mago: mana e poder mágico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Ladrão: agilidade e furtividade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 herda de Jogador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específicos por classe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RPG - Esta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hierarquia Jogador &gt; Guerreiro/Mago/Ladrão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classe tem atributos únicos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ataques específicos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criação de diferentes personagens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Resumo da Aula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Herança permite especialização de classes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super() chama métodos da classe pai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tem 3 classes de personagem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classe tem comportamento único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4 - Herança - Classes de Personagem</dc:title>
  <dc:subject>PptxGenJS Presentation</dc:subject>
  <dc:creator>Professor</dc:creator>
  <cp:lastModifiedBy>Professor</cp:lastModifiedBy>
  <cp:revision>1</cp:revision>
  <dcterms:created xsi:type="dcterms:W3CDTF">2026-02-11T19:07:24Z</dcterms:created>
  <dcterms:modified xsi:type="dcterms:W3CDTF">2026-02-11T19:07:24Z</dcterms:modified>
</cp:coreProperties>
</file>