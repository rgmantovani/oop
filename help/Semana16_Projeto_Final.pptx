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Final e Revisão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todos os conceitos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 projeto RPG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documentação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Final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sistemas funcionando juntos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completa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UML do sistema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Geral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Encapsulamento, Herança, Polimorfismo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vs Herança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de Projeto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e Persistência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RPG completo funcionando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features implementadas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bem documentado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do projeto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completo integrado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conceitos de POO aplicados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funcional e bem documentado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apresentação final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16 - Projeto Final e Revisão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