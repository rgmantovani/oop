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3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Construtores, Destrutores e Sistema de XP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Dominar diferentes tipos de construtores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métodos de classe (@classmethod)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métodos estáticos (@staticmethod)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sistema de experiência e níveis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métodos especiais (__repr__, __eq__, __lt__)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1: Construtores Parametrizados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nome, nivel=1, hp=100, exp=0):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self.nome = nome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self.nivel = nivel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self.hp_maximo = 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self.hp = 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self.exp = exp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self.exp_necessaria = 100 * nivel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Diferentes formas de criar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j1 = Jogador("Arthur")              # Usa padrões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j2 = Jogador("Lancelot", nivel=5)   # Parcial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j3 = Jogador("Merlin", 10, 200, 500) # Completo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C++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2926080"/>
          </a:xfrm>
          <a:prstGeom prst="rect">
            <a:avLst/>
          </a:prstGeom>
          <a:solidFill>
            <a:srgbClr val="FFF4E6"/>
          </a:solidFill>
          <a:ln w="12700">
            <a:solidFill>
              <a:srgbClr val="0059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nome; int nivel, hp, hp_maximo, exp;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Construtor com valores padrão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Jogador(string n, int nv=1, int h=100, int e=0)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nome = n; nivel = nv;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hp_maximo = h; hp = h;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exp = 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 j1("Arthur");           // Padrões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 j2("Lancelot", 5);      // Parcial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 j3("Merlin", 10, 200, 500);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Valores padrão permitem flexibilidade na criação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2: Construtores Alternativos (Factory)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nome, nivel, hp, exp):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self.nome = nome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self.nivel = nivel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self.hp = 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self.exp = exp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criar_iniciante(cls, nome):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cls(nome, nivel=1, hp=100, exp=0)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criar_veterano(cls, nome):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cls(nome, nivel=10, hp=250, exp=0)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criar_do_save(cls, dados):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cls(dados['nome'], dados['nivel'],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dados['hp'], dados['exp'])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Uso elegante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j1 = Jogador.criar_iniciante("Link")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j2 = Jogador.criar_veterano("Ganondorf")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C++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2926080"/>
          </a:xfrm>
          <a:prstGeom prst="rect">
            <a:avLst/>
          </a:prstGeom>
          <a:solidFill>
            <a:srgbClr val="FFF4E6"/>
          </a:solidFill>
          <a:ln w="12700">
            <a:solidFill>
              <a:srgbClr val="0059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Construtor normal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Jogador(string n, int nv, int h, int 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nome = n; nivel = nv; hp = h; exp = 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Métodos estáticos factory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Jogador criarIniciante(string nome)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Jogador(nome, 1, 100, 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Jogador criarVeterano(string nome)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Jogador(nome, 10, 250, 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 j1 = Jogador::criarIniciante("Link");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 j2 = Jogador::criarVeterano("Ganondorf");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Factory methods dão nomes semânticos à criação de objetos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3: Sistema de Experiência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XP_POR_NIVEL = 100  # Constante de classe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nome, nivel=1):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self.nome = nome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self.nivel = nivel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self.exp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self.exp_necessaria = self.calcular_exp_necessaria()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calcular_exp_necessaria(self):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Jogador.XP_POR_NIVEL * self.nivel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ganhar_exp(self, quantidade):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self.exp += quantidade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print(f"{self.nome} ganhou {quantidade} XP!")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self.exp &gt;= self.exp_necessaria: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self._subir_nivel()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_subir_nivel(self):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self.nivel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self.exp -= self.exp_necessaria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self.exp_necessaria = self.calcular_exp_necessaria()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print(f"🎉 {self.nome} subiu para nível {self.nivel}!")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C++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2926080"/>
          </a:xfrm>
          <a:prstGeom prst="rect">
            <a:avLst/>
          </a:prstGeom>
          <a:solidFill>
            <a:srgbClr val="FFF4E6"/>
          </a:solidFill>
          <a:ln w="12700">
            <a:solidFill>
              <a:srgbClr val="0059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const int XP_POR_NIVEL = 100;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nome; int nivel, exp, exp_necessaria;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calcularExpNecessaria()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XP_POR_NIVEL * nivel;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subirNivel()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nivel++;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exp -= exp_necessaria;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exp_necessaria = calcularExpNecessaria();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"🎉 " &lt;&lt; nome &lt;&lt; " subiu para nível "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&lt;&lt; nivel &lt;&lt; "!" &lt;&lt; endl;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ganharExp(int quantidade)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exp += quantidade;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nome &lt;&lt; " ganhou " &lt;&lt; quantidade &lt;&lt; " XP!" &lt;&lt; endl;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(exp &gt;= exp_necessaria)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subirNivel();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Sistema automático: ganhar XP pode subir múltiplos níveis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4: Métodos Especiais (Magic Methods)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nome, nivel):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self.nome = nome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self.nivel = nivel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  # Para print() e str()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f"{self.nome} (Nv.{self.nivel})"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__repr__(self):  # Para debugging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f"Jogador('{self.nome}', {self.nivel})"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__eq__(self, outro):  # Para 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self.nome == outro.nome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__lt__(self, outro):  # Para &lt;, permite sort()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self.nivel &lt; outro.nivel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j1 = Jogador("Arthur", 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print(j1)              # Arthur (Nv.5)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print(repr(j1))        # Jogador('Arthur', 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jogadores = [j3, j1, j2]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jogadores.sort()       # Ordena por nível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C++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2926080"/>
          </a:xfrm>
          <a:prstGeom prst="rect">
            <a:avLst/>
          </a:prstGeom>
          <a:solidFill>
            <a:srgbClr val="FFF4E6"/>
          </a:solidFill>
          <a:ln w="12700">
            <a:solidFill>
              <a:srgbClr val="0059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nome; int nivel;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Sobrecarga de operadores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friend ostream&amp; operator&lt;&lt;(ostream&amp; os, const Jogador&amp; j)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os &lt;&lt; j.nome &lt;&lt; " (Nv." &lt;&lt; j.nivel &lt;&lt; ")";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os;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operator==(const Jogador&amp; outro) const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nome == outro.nome;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operator&lt;(const Jogador&amp; outro) const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nivel &lt; outro.nivel;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 j1("Arthur", 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j1;  // Arthur (Nv.5)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vector&lt;Jogador&gt; jogadores = {j3, j1, j2};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sort(jogadores.begin(), jogadores.end());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Métodos especiais fazem objetos se comportarem como tipos nativos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Construtores: Python vs C++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🐍 Python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⚙️ C++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sempre tem esse nome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tem nome da classe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@classmethod retorna cls(nome, nivel, ...)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Jogador criar... return Jogador(...)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especiais: __str__, __eq__, __lt__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de operadores: operator&lt;&lt;, operator==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self.XP_POR_NIVEL ou Classe.XP_POR_NIVEL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const int XP_POR_NIVEL = 100;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__del__ para destrutor (raramente usado)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~Jogador() destrutor (importante para liberar memória)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Construtores com valores padrão dão flexibilidade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methods (@classmethod) para criação semântica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XP com progressão automática de nível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especiais fazem objetos se comportarem naturalmente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agora tem progressão completa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3 - Construtores e XP</dc:title>
  <dc:subject>PptxGenJS Presentation</dc:subject>
  <dc:creator>Professor</dc:creator>
  <cp:lastModifiedBy>Professor</cp:lastModifiedBy>
  <cp:revision>1</cp:revision>
  <dcterms:created xsi:type="dcterms:W3CDTF">2026-02-11T19:18:55Z</dcterms:created>
  <dcterms:modified xsi:type="dcterms:W3CDTF">2026-02-11T19:18:55Z</dcterms:modified>
</cp:coreProperties>
</file>