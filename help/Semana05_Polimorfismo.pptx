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 e Sistema de Combate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polimorfismo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método atacar() polimórfico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sistema de combate genérico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listas heterogêneas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método, comportamentos diferentes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tratar objetos de forma genérica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atacar() funciona diferente para cada classe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duck typing natural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C++: requer métodos virtuais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combate polimórfico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personagens atacando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usa sua implementação de atacar()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Demonstrar poder do polimorfismo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 = mesma interface, implementações diversas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Combate funciona com qualquer classe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mais genérico e reutilizável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5 - Polimorfismo e Sistema de Combate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